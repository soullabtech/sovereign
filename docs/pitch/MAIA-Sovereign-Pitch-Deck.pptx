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ucid-confident-thompson/mnt/MAIA-SOVEREIGN/public/logo_flower 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097280"/>
            <a:ext cx="3200400" cy="320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MAIA-SOVEREIGN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4688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Reciprocity-Based AI Platform for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Care, Consciousness &amp; Commons Stewardship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3657600"/>
            <a:ext cx="1828800" cy="27432"/>
          </a:xfrm>
          <a:prstGeom prst="rect">
            <a:avLst/>
          </a:prstGeom>
          <a:solidFill>
            <a:srgbClr val="CEA22C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Overview for Early Partners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soullab.life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AI Platforms Fail in Three Critical 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73152" cy="2560320"/>
          </a:xfrm>
          <a:prstGeom prst="rect">
            <a:avLst/>
          </a:prstGeom>
          <a:solidFill>
            <a:srgbClr val="A94724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63040"/>
            <a:ext cx="2560320" cy="256032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Extract Without 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scale output, not responsibility. Care, coaching, and guidance get flattened into transactions.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73152" cy="2560320"/>
          </a:xfrm>
          <a:prstGeom prst="rect">
            <a:avLst/>
          </a:prstGeom>
          <a:solidFill>
            <a:srgbClr val="CEA22C"/>
          </a:solidFill>
          <a:ln/>
        </p:spPr>
      </p:sp>
      <p:sp>
        <p:nvSpPr>
          <p:cNvPr id="9" name="Shape 7"/>
          <p:cNvSpPr/>
          <p:nvPr/>
        </p:nvSpPr>
        <p:spPr>
          <a:xfrm>
            <a:off x="3401568" y="1463040"/>
            <a:ext cx="2560320" cy="256032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Break Under Ethics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everything is paywalled and exclusionary, or 'free' and unsustainable. Very few systems model reciprocity.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73152" cy="2560320"/>
          </a:xfrm>
          <a:prstGeom prst="rect">
            <a:avLst/>
          </a:prstGeom>
          <a:solidFill>
            <a:srgbClr val="236586"/>
          </a:solidFill>
          <a:ln/>
        </p:spPr>
      </p:sp>
      <p:sp>
        <p:nvSpPr>
          <p:cNvPr id="13" name="Shape 11"/>
          <p:cNvSpPr/>
          <p:nvPr/>
        </p:nvSpPr>
        <p:spPr>
          <a:xfrm>
            <a:off x="6236208" y="1463040"/>
            <a:ext cx="2560320" cy="256032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Ignore the Care Economy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Helpers are underpaid and overworked. Platforms either exploit them or price them out. Clients hit paywalls at their most vulnerable.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5A7A6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43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MAIA-Sovereign is designed to solve all three — structurally, not aspirationally.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Relational AI Platform That Supports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28600" cy="228600"/>
          </a:xfrm>
          <a:prstGeom prst="ellipse">
            <a:avLst/>
          </a:prstGeom>
          <a:solidFill>
            <a:srgbClr val="A9472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Growth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28600" cy="228600"/>
          </a:xfrm>
          <a:prstGeom prst="ellipse">
            <a:avLst/>
          </a:prstGeom>
          <a:solidFill>
            <a:srgbClr val="CEA22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Practitioner-Client Relationships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28600" cy="228600"/>
          </a:xfrm>
          <a:prstGeom prst="ellipse">
            <a:avLst/>
          </a:prstGeom>
          <a:solidFill>
            <a:srgbClr val="6D793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77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Care-Based Practices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228600" cy="228600"/>
          </a:xfrm>
          <a:prstGeom prst="ellipse">
            <a:avLst/>
          </a:prstGeom>
          <a:solidFill>
            <a:srgbClr val="23658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80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AI Assistance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3840480" cy="292608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MAIA-SOVEREIGN IS NOT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Just an AI chatbot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Just practice management software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Just a consciousness app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3383280"/>
            <a:ext cx="3474720" cy="27432"/>
          </a:xfrm>
          <a:prstGeom prst="rect">
            <a:avLst/>
          </a:prstGeom>
          <a:solidFill>
            <a:srgbClr val="5A7A6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566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commons-based operating system for care, with AI embedded inside an ethical container.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Parallel Processing Fields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Elemental Alchemy: The consciousness architecture behind MAIA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627632" cy="1645920"/>
          </a:xfrm>
          <a:prstGeom prst="rect">
            <a:avLst/>
          </a:prstGeom>
          <a:solidFill>
            <a:srgbClr val="A94724">
              <a:alpha val="15000"/>
            </a:srgbClr>
          </a:solidFill>
          <a:ln w="19050">
            <a:solidFill>
              <a:srgbClr val="A947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4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4447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 • Vision • Will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76272" y="1645920"/>
            <a:ext cx="1627632" cy="1645920"/>
          </a:xfrm>
          <a:prstGeom prst="rect">
            <a:avLst/>
          </a:prstGeom>
          <a:solidFill>
            <a:srgbClr val="236586">
              <a:alpha val="15000"/>
            </a:srgbClr>
          </a:solidFill>
          <a:ln w="19050">
            <a:solidFill>
              <a:srgbClr val="2365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6272" y="173736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6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76272" y="205740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67712" y="2423160"/>
            <a:ext cx="14447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 • Psyche • Depth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95344" y="1645920"/>
            <a:ext cx="1627632" cy="1645920"/>
          </a:xfrm>
          <a:prstGeom prst="rect">
            <a:avLst/>
          </a:prstGeom>
          <a:solidFill>
            <a:srgbClr val="6D7934">
              <a:alpha val="15000"/>
            </a:srgbClr>
          </a:solidFill>
          <a:ln w="19050">
            <a:solidFill>
              <a:srgbClr val="6D79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95344" y="173736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7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95344" y="205740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86784" y="2423160"/>
            <a:ext cx="14447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• Structure • Form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14416" y="1645920"/>
            <a:ext cx="1627632" cy="1645920"/>
          </a:xfrm>
          <a:prstGeom prst="rect">
            <a:avLst/>
          </a:prstGeom>
          <a:solidFill>
            <a:srgbClr val="CEA22C">
              <a:alpha val="15000"/>
            </a:srgbClr>
          </a:solidFill>
          <a:ln w="19050">
            <a:solidFill>
              <a:srgbClr val="CEA2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14416" y="173736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EA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14416" y="205740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705856" y="2423160"/>
            <a:ext cx="14447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• Articulation • Sharing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33488" y="1645920"/>
            <a:ext cx="1627632" cy="1645920"/>
          </a:xfrm>
          <a:prstGeom prst="rect">
            <a:avLst/>
          </a:prstGeom>
          <a:solidFill>
            <a:srgbClr val="5A7A6F">
              <a:alpha val="15000"/>
            </a:srgbClr>
          </a:solidFill>
          <a:ln w="19050">
            <a:solidFill>
              <a:srgbClr val="5A7A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33488" y="173736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AETHER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33488" y="205740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24928" y="2423160"/>
            <a:ext cx="14447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• Soul Awareness • Design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not metaphors — they are parallel processing domains.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4023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the brain's hemispheres connected by the corpus callosum, human consciousness processes reality through multiple co-functioning awareness fields simultaneously. Traditional AI forces linear thinking. MAIA supports multi-dimensional awareness — the way humans actually work.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on: McGilchrist's hemispheric integration • Herrmann's Whole Brain Model • Jung's individuation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systems collapse when: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EA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Clients are paywalled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EA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Helpers are squeezed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EA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Platforms externalize cost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MAIA-Sovereign flips this by separating care from infrastructure.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2651760" cy="1097280"/>
          </a:xfrm>
          <a:prstGeom prst="rect">
            <a:avLst/>
          </a:prstGeom>
          <a:solidFill>
            <a:srgbClr val="6D7934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49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is never paywalled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3566160"/>
            <a:ext cx="2651760" cy="1097280"/>
          </a:xfrm>
          <a:prstGeom prst="rect">
            <a:avLst/>
          </a:prstGeom>
          <a:solidFill>
            <a:srgbClr val="236586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3749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is stewarded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3566160"/>
            <a:ext cx="2651760" cy="1097280"/>
          </a:xfrm>
          <a:prstGeom prst="rect">
            <a:avLst/>
          </a:prstGeom>
          <a:solidFill>
            <a:srgbClr val="5A7A6F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749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scales support, not extraction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EA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single design decision unlocks everything else.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Reciprocity-Based Economy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coercive subscription model — a system where people move fluidly between roles.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6D79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7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Growth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Journaling, reflection, clients supported by practitioners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2286000" cy="274320"/>
          </a:xfrm>
          <a:prstGeom prst="rect">
            <a:avLst/>
          </a:prstGeom>
          <a:solidFill>
            <a:srgbClr val="6D7934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7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Free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737360"/>
            <a:ext cx="26517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365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6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Providers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651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Therapists, coaches, healers, guides using MAIA to run their practice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3657600"/>
            <a:ext cx="2286000" cy="274320"/>
          </a:xfrm>
          <a:prstGeom prst="rect">
            <a:avLst/>
          </a:prstGeom>
          <a:solidFill>
            <a:srgbClr val="236586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6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How to Contribute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737360"/>
            <a:ext cx="26517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5A7A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STEWARDS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Commons Builders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651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shared infrastructure so care stays accessible for everyone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657600"/>
            <a:ext cx="2286000" cy="274320"/>
          </a:xfrm>
          <a:prstGeom prst="rect">
            <a:avLst/>
          </a:prstGeom>
          <a:solidFill>
            <a:srgbClr val="5A7A6F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the Commons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Practitioner Contribution Paths: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Pay-as-you-earn: Small % only when money flows  •  Studio Membership: Flat monthly, reduced fees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ETHICS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Lock Care — We Modulate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743200"/>
          </a:xfrm>
          <a:prstGeom prst="rect">
            <a:avLst/>
          </a:prstGeom>
          <a:solidFill>
            <a:srgbClr val="6D7934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79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AVAILABLE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Client portal access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1:1 care relationships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Notes, records, continuity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Sanctuary mode (privacy)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Data export &amp; sovereignty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2743200"/>
          </a:xfrm>
          <a:prstGeom prst="rect">
            <a:avLst/>
          </a:prstGeom>
          <a:solidFill>
            <a:srgbClr val="6B5A98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ETHICALLY LIMITED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(because they cost real resources)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  Bulk reminders &amp; automation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  Sequences &amp; workflows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  Analytics &amp; insights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  High-volume AI processing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are transparent, invitational, reversible, and often sponsored.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avoids both exploitative monetization AND free-rider collapse.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Not the Product — It's Supporting Intelligence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A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MAIA assists with: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Reflection &amp; journaling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Pattern recognition over 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Insight synthesis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Practitioner support tools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Client continuity between sessions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always: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Contextual &amp; role-aware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Relationship-aware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Ethically bounded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Never authoritative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Never manipulative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5A7A6F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CREATES: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hallucination risk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trust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long-term engagement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2280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signal environment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EA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MAIA is a high-quality signal environment for relational intelligence.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Strategically Interesting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AI Ethics by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retrofitting. No policy theater. Ethics is infrastructure.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74904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Care Economy Responsibly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8745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health, coaching, guidance — massive markets, fragile. We handle them with care.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8368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Loyal User 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8745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Helpers don't churn lightly when a platform respects them.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Extensible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• Clinics • Education • Community health • Ethical AI pilots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4904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Stage = Influence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3611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influence. Strategic alignment. Co-evolution, not acquisition pressure.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INVITATION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Support Could Look Like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opening a door, not pitching a single thing.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37160" cy="137160"/>
          </a:xfrm>
          <a:prstGeom prst="ellipse">
            <a:avLst/>
          </a:prstGeom>
          <a:solidFill>
            <a:srgbClr val="A947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strategic guidance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874520"/>
            <a:ext cx="137160" cy="137160"/>
          </a:xfrm>
          <a:prstGeom prst="ellipse">
            <a:avLst/>
          </a:prstGeom>
          <a:solidFill>
            <a:srgbClr val="CEA22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sponsorship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137160" cy="137160"/>
          </a:xfrm>
          <a:prstGeom prst="ellipse">
            <a:avLst/>
          </a:prstGeom>
          <a:solidFill>
            <a:srgbClr val="6D793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 collaboration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2423160"/>
            <a:ext cx="137160" cy="137160"/>
          </a:xfrm>
          <a:prstGeom prst="ellipse">
            <a:avLst/>
          </a:prstGeom>
          <a:solidFill>
            <a:srgbClr val="23658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investment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137160" cy="137160"/>
          </a:xfrm>
          <a:prstGeom prst="ellipse">
            <a:avLst/>
          </a:prstGeom>
          <a:solidFill>
            <a:srgbClr val="5A7A6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role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2971800"/>
            <a:ext cx="137160" cy="137160"/>
          </a:xfrm>
          <a:prstGeom prst="ellipse">
            <a:avLst/>
          </a:prstGeom>
          <a:solidFill>
            <a:srgbClr val="6B5A98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partnership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94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OFFERING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chance to help shape a platform that doesn't repeat the mistakes of Web2 or extractive AI — one designed from the ground up to earn trust in the most sensitive domain there is.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ucid-confident-thompson/mnt/MAIA-SOVEREIGN/public/logo_flower 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31520" y="1371600"/>
            <a:ext cx="3200400" cy="320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0" y="13716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"We're not trying to build the biggest AI platform.</a:t>
            </a:r>
            <a:endParaRPr lang="en-US" sz="22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trying to build one that can actually be trusted —</a:t>
            </a:r>
            <a:endParaRPr lang="en-US" sz="22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people doing the most sensitive work there is."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2286000" y="3017520"/>
            <a:ext cx="2743200" cy="27432"/>
          </a:xfrm>
          <a:prstGeom prst="rect">
            <a:avLst/>
          </a:prstGeom>
          <a:solidFill>
            <a:srgbClr val="5A7A6F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EA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MAIA-Sovereign treats ethics as infrastructure, not messaging.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8600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 sentence very few founders can honestly say.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2860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soullab.life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MAIA-Sovereign: Strategic Overview</dc:title>
  <dc:subject>PptxGenJS Presentation</dc:subject>
  <dc:creator>Soullab</dc:creator>
  <cp:lastModifiedBy>Soullab</cp:lastModifiedBy>
  <cp:revision>1</cp:revision>
  <dcterms:created xsi:type="dcterms:W3CDTF">2026-02-03T17:55:50Z</dcterms:created>
  <dcterms:modified xsi:type="dcterms:W3CDTF">2026-02-03T17:55:50Z</dcterms:modified>
</cp:coreProperties>
</file>